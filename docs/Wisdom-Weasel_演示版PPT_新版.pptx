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0"/>
            <a:ext cx="146304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100584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YaHei"/>
              </a:defRPr>
            </a:pPr>
            <a:r>
              <a:t>Wisdom-Weasel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847088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4155"/>
                </a:solidFill>
                <a:latin typeface="Microsoft YaHei"/>
              </a:defRPr>
            </a:pPr>
            <a:r>
              <a:t>基于上下文感知候选重排与联想预测的智能中文输入法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743200"/>
            <a:ext cx="914400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852928"/>
            <a:ext cx="8823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让输入法从“拼音转文字工具”升级为“表达协作系统”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解决的不是“能不能打出字”，而是“能不能更顺着人的思路完成表达”</a:t>
            </a: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核心方向：理解语境、优化候选顺序、在停顿时继续辅助表达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 问题定义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传统输入法真正的问题：不理解“我现在在写什么”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同一组拼音在不同语境下，用户真正想要的候选完全不同</a:t>
            </a: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传统输入法主要依赖静态词频和局部调频，缺少对上下文的理解</a:t>
            </a: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用户经常翻页、选词、回退，这会明显打断表达节奏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794760"/>
            <a:ext cx="128016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3941064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考试语境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输入：fx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真正想要：复习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而不是：分析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3794760"/>
            <a:ext cx="128016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3941064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发布语境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输入：bg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真正想要：变更日志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而不是：报告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3794760"/>
            <a:ext cx="128016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3941064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主持语境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输入：zc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真正想要：主持词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而不是：支持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 演示一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有拼音输入时，系统会根据语境重排候选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重点不是候选更多，而是顺序更贴近当前表达意图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3429000" cy="3291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783080"/>
            <a:ext cx="128016" cy="3291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1929384"/>
            <a:ext cx="3063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学习备考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上下文：马上要考试了，我需要开始……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输入：fx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目标：复习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783080"/>
            <a:ext cx="3429000" cy="3291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783080"/>
            <a:ext cx="128016" cy="3291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929384"/>
            <a:ext cx="3063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版本发布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上下文：明天要发布新版本，先把发布说明和……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输入：bg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目标：变更日志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6136" y="1783080"/>
            <a:ext cx="3429000" cy="3291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46136" y="1783080"/>
            <a:ext cx="128016" cy="3291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929384"/>
            <a:ext cx="3063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活动主持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上下文：明天要上台主持活动，今晚把……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输入：zc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目标：主持词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440680"/>
            <a:ext cx="104698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550408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4155"/>
                </a:solidFill>
                <a:latin typeface="Microsoft YaHei"/>
              </a:defRPr>
            </a:pPr>
            <a:r>
              <a:t>演示时建议做左右对比：左边放原始候选，右边放重排结果。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 演示二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用户停下来时，输入法还能继续帮助表达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无输入预测不是替用户写全文，而是在停顿时降低继续表达的成本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783080"/>
            <a:ext cx="128016" cy="3383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1929384"/>
            <a:ext cx="30175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技术语境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示例上下文：今晚继续优化输入法 DLL 的……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展示系统补出的短结果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强调它更像“继续表达”而不是“继续打字”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783080"/>
            <a:ext cx="128016" cy="3383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929384"/>
            <a:ext cx="30175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办公语境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示例上下文：先把发布说明和……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展示系统补出的短结果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说明输入法开始进入写作辅助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6136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46136" y="1783080"/>
            <a:ext cx="128016" cy="3383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929384"/>
            <a:ext cx="30175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学习语境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示例上下文：我打算先做几套……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展示系统补出的短结果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说明它能帮助用户继续组织内容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04 系统方案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系统方案：生成、重排、预测三层协作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83464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029968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候选生成层</a:t>
            </a:r>
          </a:p>
          <a:p>
            <a:pPr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Rime / 万象</a:t>
            </a:r>
            <a:br/>
            <a:r>
              <a:t>负责拼音输入、词库、基础候选生成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514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920240"/>
            <a:ext cx="2834640" cy="1645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06824" y="2029968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候选重排层</a:t>
            </a:r>
          </a:p>
          <a:p>
            <a:pPr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Alpha</a:t>
            </a:r>
            <a:br/>
            <a:r>
              <a:t>结合最近上下文，对候选池做实时语义重排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514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920240"/>
            <a:ext cx="3749039" cy="16459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35824" y="2029968"/>
            <a:ext cx="34747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表达预测层</a:t>
            </a:r>
          </a:p>
          <a:p>
            <a:pPr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LLM</a:t>
            </a:r>
            <a:br/>
            <a:r>
              <a:t>在无拼音场景下补出短词、短语或短句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51960"/>
            <a:ext cx="1024128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61688"/>
            <a:ext cx="9921240" cy="521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这不是把 AI 硬接到输入法后面，而是形成了职责清晰、可以持续扩展的结构化方案。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用户每一次上屏行为，又会成为后续排序和预测的反馈信号。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05 核心创新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项目真正的创新，不在界面，而在交互范式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47472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128016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929384"/>
            <a:ext cx="3108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1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从“拼音匹配”升级到“语义重排”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83080"/>
            <a:ext cx="347472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783080"/>
            <a:ext cx="128016" cy="1508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929384"/>
            <a:ext cx="3108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2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输入法被拆成“生成层 + 排序层 + 预测层”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18704" y="1783080"/>
            <a:ext cx="347472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18704" y="1783080"/>
            <a:ext cx="128016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929384"/>
            <a:ext cx="3108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3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用户上屏行为不再只是结果，而是未来排序的反馈信号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3657600"/>
            <a:ext cx="3886200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20" y="3657600"/>
            <a:ext cx="128016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83664" y="3803904"/>
            <a:ext cx="3520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4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强调本地实时智能，而不是纯云端依赖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657600"/>
            <a:ext cx="3886200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657600"/>
            <a:ext cx="128016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8544" y="3803904"/>
            <a:ext cx="3520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5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把输入法从“字符工具”推进到“表达协作系统”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06 价值与结尾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为什么这个项目值得继续做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333756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128016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929384"/>
            <a:ext cx="2971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学习场景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真题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复习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知识点整理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83080"/>
            <a:ext cx="333756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25696" y="1783080"/>
            <a:ext cx="128016" cy="1828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29384"/>
            <a:ext cx="2971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办公场景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变更日志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主持词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发布说明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2712" y="1783080"/>
            <a:ext cx="333756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82712" y="178308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929384"/>
            <a:ext cx="2971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技术场景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重排延迟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缓存优化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调试表达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069080"/>
            <a:ext cx="10469880" cy="914400"/>
          </a:xfrm>
          <a:prstGeom prst="roundRect">
            <a:avLst/>
          </a:prstGeom>
          <a:solidFill>
            <a:srgbClr val="FFF7ED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178808"/>
            <a:ext cx="101498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Wisdom-Weasel 的目标不是单纯让用户“打字更快”，而是让用户“更顺畅、更低成本地完成表达”。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303520"/>
            <a:ext cx="104698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13248"/>
            <a:ext cx="1014984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4155"/>
                </a:solidFill>
                <a:latin typeface="Microsoft YaHei"/>
              </a:defRPr>
            </a:pPr>
            <a:r>
              <a:t>未来的输入法，不应该只是把拼音还原成汉字，而应该帮助人更顺畅地完成表达。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谢谢评委老师，欢迎提问。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
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2U3-B1OTOPMH8zFHvHnrarZIWqnTBo0WYDZAbfPeuZ0" ContentType="image/png"/>
  <Override PartName="/ppt/media/image2.FsZZSbwNgZFeZy9OtbH8iqkH_I9xnn8uooxAGQWteEs" ContentType="image/pn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81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2U3-B1OTOPMH8zFHvHnrarZIWqnTBo0WYDZAbfPeuZ0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2U3-B1OTOPMH8zFHvHnrarZIWqnTBo0WYDZAbfPeuZ0"/><Relationship Id="rId3" Type="http://schemas.openxmlformats.org/officeDocument/2006/relationships/image" Target="../media/image2.FsZZSbwNgZFeZy9OtbH8iqkH_I9xnn8uooxAGQWteEs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10058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YaHei"/>
              </a:defRPr>
            </a:pPr>
            <a:r>
              <a:rPr dirty="0"/>
              <a:t>Wisdom-Weasel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47088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基于上下文感知候选重排与联想预测的智能中文输入法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325880" y="2743200"/>
            <a:ext cx="914400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2852928"/>
            <a:ext cx="8823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 err="1"/>
              <a:t>让输入法从“拼音转文字工具”升级为“表达协作系统</a:t>
            </a:r>
            <a:r>
              <a:rPr dirty="0"/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作者姓名：刘佳颖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学校全称：上海外国语大学附属外国语学校松江云间中学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指导老师：丁海霞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编程语言：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C++, Lua, Python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辅助工具：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Codex CLI, Claude Code, Kimi k2.5,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MiniMax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M2.7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核心方向：理解语境、优化候选顺序、在停顿时继续辅助表达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154882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Wisdom-Weasel 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演示版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项目目的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为什么要做 Wisdom-Weasel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输入法在生活、学习和表达里都非常重要，但用户真正需要的，从来不只是“把拼音变成字</a:t>
            </a:r>
            <a:r>
              <a:rPr dirty="0"/>
              <a:t>”。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rPr dirty="0"/>
              <a:t>很多时候，人不是不会打字，而是不确定下一句该怎么接。于是我开发了这个程序，希望它能理解语境、保护隐私，并在关键时刻继续帮助表达。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3794760"/>
            <a:ext cx="128016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3941064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表达会卡住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聊天、写作、做笔记时</a:t>
            </a:r>
            <a:r>
              <a:rPr dirty="0"/>
              <a:t>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常常知道大意，却想不到下一句</a:t>
            </a:r>
            <a:r>
              <a:rPr dirty="0"/>
              <a:t>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传统输入法只能被动等输入</a:t>
            </a:r>
            <a:r>
              <a:rPr dirty="0"/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3794760"/>
            <a:ext cx="128016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72584" y="3941064"/>
            <a:ext cx="2926080" cy="10266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传统输入法不懂上下文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它不知道你正在写什么</a:t>
            </a:r>
            <a:r>
              <a:rPr dirty="0"/>
              <a:t>，</a:t>
            </a:r>
          </a:p>
          <a:p>
            <a:pPr>
              <a:lnSpc>
                <a:spcPct val="108000"/>
              </a:lnSpc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经常要翻页、选词</a:t>
            </a:r>
            <a:r>
              <a:rPr lang="zh-CN" altLang="en-US" dirty="0"/>
              <a:t>候选推荐不够准确，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/>
              <a:t>、</a:t>
            </a:r>
            <a:r>
              <a:rPr dirty="0" err="1"/>
              <a:t>回退</a:t>
            </a:r>
            <a:r>
              <a:rPr dirty="0"/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3794760"/>
            <a:ext cx="128016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3941064"/>
            <a:ext cx="2926080" cy="108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缺少本地</a:t>
            </a:r>
            <a:r>
              <a:rPr dirty="0"/>
              <a:t> AI </a:t>
            </a:r>
            <a:r>
              <a:rPr dirty="0" err="1"/>
              <a:t>能力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很多增强能力依赖云端处理</a:t>
            </a:r>
            <a:r>
              <a:rPr dirty="0"/>
              <a:t>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文本可能离开本地设备</a:t>
            </a:r>
            <a:r>
              <a:rPr dirty="0"/>
              <a:t>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会带来隐私与响应速度顾虑</a:t>
            </a:r>
            <a:r>
              <a:rPr dirty="0"/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pic>
        <p:nvPicPr>
          <p:cNvPr id="18" name="图片 17" descr="image">
            <a:extLst>
              <a:ext uri="{FF2B5EF4-FFF2-40B4-BE49-F238E27FC236}">
                <a16:creationId xmlns:a16="http://schemas.microsoft.com/office/drawing/2014/main" id="{07C79CA2-CDAE-F021-B788-21CF48BD2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449824"/>
            <a:ext cx="4756499" cy="6706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功能递进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F172A"/>
                </a:solidFill>
                <a:latin typeface="Microsoft YaHei"/>
              </a:defRPr>
            </a:pPr>
            <a:r>
              <a:t>传统词库 → 机器学习预测语言趋势 → AI 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t>这不是三个并列功能，而是输入法能力的三次升级。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先解决“能不能打出来”，再解决“现在更可能想打什么”，最后解决“接下来还能怎么表达”。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61488"/>
            <a:ext cx="28803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761488"/>
            <a:ext cx="128016" cy="1783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2907792"/>
            <a:ext cx="2514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第一层</a:t>
            </a:r>
            <a:r>
              <a:rPr dirty="0"/>
              <a:t> | </a:t>
            </a:r>
            <a:r>
              <a:rPr dirty="0" err="1"/>
              <a:t>传统词库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稳定提供拼音候选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先确保“能打出来</a:t>
            </a:r>
            <a:r>
              <a:rPr dirty="0"/>
              <a:t>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给出基础输入体验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041648" y="3429000"/>
            <a:ext cx="228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761488"/>
            <a:ext cx="28803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761488"/>
            <a:ext cx="128016" cy="1783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907792"/>
            <a:ext cx="2514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第二层</a:t>
            </a:r>
            <a:r>
              <a:rPr dirty="0"/>
              <a:t> | </a:t>
            </a:r>
            <a:r>
              <a:rPr dirty="0" err="1"/>
              <a:t>机器学习预测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结合上下文预测语言趋势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把更可能需要的词提前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减少选词和翻页负担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516368" y="3429000"/>
            <a:ext cx="228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761488"/>
            <a:ext cx="28803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2761488"/>
            <a:ext cx="128016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55864" y="2907792"/>
            <a:ext cx="2514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第三层</a:t>
            </a:r>
            <a:r>
              <a:rPr dirty="0"/>
              <a:t> | AI </a:t>
            </a:r>
            <a:r>
              <a:rPr dirty="0" err="1"/>
              <a:t>助手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在停顿时补全短词短句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帮助继续表达而不只选字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让输入法变成表达助手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 演示效果一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69910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 sz="2400"/>
              <a:t>有拼音输入时，系统会根据语境把更合理的词提前</a:t>
            </a:r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847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0561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641848"/>
            <a:ext cx="618630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64748B"/>
                </a:solidFill>
                <a:latin typeface="Microsoft YaHei"/>
              </a:defRPr>
            </a:pPr>
            <a:r>
              <a:t>仅展示当前稳定通过样例；完整回归与未达预期案例保留在 README。微信输入法结果受账号、习惯和设备影响，仅作参考。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33500" y="1333500"/>
          <a:ext cx="96520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/>
                <a:gridCol w="762000"/>
                <a:gridCol w="952500"/>
                <a:gridCol w="2095500"/>
                <a:gridCol w="2667000"/>
              </a:tblGrid>
              <a:tr h="792480">
                <a:tc>
                  <a:txBody>
                    <a:bodyPr wrap="square" anchor="ctr"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场景上下文 (Context)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 (Pinyin)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预期结果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我的算法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微信输入法表现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马上要考试了，我需要开始...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fx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复习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复习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复习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明天要发布新版本，先把发布说明和...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bg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变更日志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变更日志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报告 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明天要上台主持活动，今晚把...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zc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主持词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主持词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支持 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老师说明天考高数，我打算先做几套...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zt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真题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真题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defRPr b="0">
                          <a:solidFill>
                            <a:srgbClr val="334155"/>
                          </a:solidFill>
                          <a:latin typeface="Microsoft YaHei"/>
                        </a:defRPr>
                      </a:pPr>
                      <a:r>
                        <a:t>状态 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 演示效果二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用户停下来时，输入法还能继续帮助表达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无输入预测不是替用户写全文，而是在停顿时降低继续表达的成本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128016" cy="3383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1929384"/>
            <a:ext cx="3017520" cy="18466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发布语境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示例上下文：先把发布说明和……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示例输出：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变更日志；版本要点；风险说明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说明输入法开始进入写作辅助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783080"/>
            <a:ext cx="128016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929384"/>
            <a:ext cx="3017520" cy="1669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活动语境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示例上下文：今晚把活动流程和……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示例输出：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主持词；开场白；串场词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说明它能顺着当前任务继续补全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46136" y="1783080"/>
            <a:ext cx="128016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929384"/>
            <a:ext cx="3017520" cy="1669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学习语境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示例上下文：我打算先做几套……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示例输出：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真题；错题整理；复习计划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说明它能帮助用户继续组织内容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pic>
        <p:nvPicPr>
          <p:cNvPr id="18" name="图片 17" descr="image">
            <a:extLst>
              <a:ext uri="{FF2B5EF4-FFF2-40B4-BE49-F238E27FC236}">
                <a16:creationId xmlns:a16="http://schemas.microsoft.com/office/drawing/2014/main" id="{904F0780-BB41-F0FB-341E-0BAB3A7F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30755"/>
            <a:ext cx="4756499" cy="670611"/>
          </a:xfrm>
          <a:prstGeom prst="rect">
            <a:avLst/>
          </a:prstGeom>
        </p:spPr>
      </p:pic>
      <p:pic>
        <p:nvPicPr>
          <p:cNvPr id="20" name="图片 19" descr="image">
            <a:extLst>
              <a:ext uri="{FF2B5EF4-FFF2-40B4-BE49-F238E27FC236}">
                <a16:creationId xmlns:a16="http://schemas.microsoft.com/office/drawing/2014/main" id="{25F9F81E-FBBB-9E95-FE3E-C2F10C93F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517" y="5730755"/>
            <a:ext cx="5040726" cy="669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2841</TotalTime>
  <Words>567</Words>
  <Application>Microsoft Office PowerPoint</Application>
  <PresentationFormat>宽屏</PresentationFormat>
  <Paragraphs>110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Jiaying Liu</cp:lastModifiedBy>
  <cp:revision>10</cp:revision>
  <dcterms:created xsi:type="dcterms:W3CDTF">2013-01-27T09:14:16Z</dcterms:created>
  <dcterms:modified xsi:type="dcterms:W3CDTF">2026-04-18T02:21:43Z</dcterms:modified>
  <cp:category/>
</cp:coreProperties>
</file>
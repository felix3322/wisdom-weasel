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10058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YaHei"/>
              </a:defRPr>
            </a:pPr>
            <a:r>
              <a:t>Wisdom-Weasel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47088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4155"/>
                </a:solidFill>
                <a:latin typeface="Microsoft YaHei"/>
              </a:defRPr>
            </a:pPr>
            <a:r>
              <a:t>基于上下文感知候选重排与联想预测的智能中文输入法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743200"/>
            <a:ext cx="914400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852928"/>
            <a:ext cx="8823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t>让输入法从“拼音转文字工具”升级为“表达协作系统”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解决的不是“能不能打出字”，而是“能不能更顺着人的思路完成表达”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核心方向：理解语境、优化候选顺序、在停顿时继续辅助表达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传统输入法真正的问题：不理解“我现在在写什么”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同一组拼音在不同语境下，用户真正想要的候选完全不同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传统输入法主要依赖静态词频和局部调频，缺少对上下文的理解</a:t>
            </a: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t>用户经常翻页、选词、回退，这会明显打断表达节奏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794760"/>
            <a:ext cx="128016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941064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考试语境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输入：fx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真正想要：复习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而不是：分析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3794760"/>
            <a:ext cx="128016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3941064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发布语境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输入：bg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真正想要：变更日志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而不是：报告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3794760"/>
            <a:ext cx="128016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3941064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主持语境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输入：zc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真正想要：主持词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而不是：支持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演示一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有拼音输入时，系统会根据语境重排候选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这一页直接展示当前实测结果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37360"/>
            <a:ext cx="3584448" cy="3611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737360"/>
            <a:ext cx="128016" cy="3611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83664"/>
            <a:ext cx="3218688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学习备考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上下文：马上要考试了，我需要开始……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输入：fx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当前 Top1：复习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重排后：复习 / 分析 / 分享 / 发现 / 方向 / 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37360"/>
            <a:ext cx="3584448" cy="3611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737360"/>
            <a:ext cx="128016" cy="3611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83664"/>
            <a:ext cx="3218688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出差出行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上下文：下周要去杭州出差，先把酒店和……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输入：jp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当前 Top1：机票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重排后：机票 / 奖品 / 绝配 / 精品 / 键盘 / 窘迫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1737360"/>
            <a:ext cx="3584448" cy="3611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2127" y="1737360"/>
            <a:ext cx="128016" cy="3611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1883664"/>
            <a:ext cx="3218688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技术开发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上下文：今晚继续优化输入法 DLL 的……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输入：cp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当前 Top1：重排延迟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Microsoft YaHei"/>
              </a:defRPr>
            </a:pPr>
            <a:r>
              <a:t>重排后：重排延迟 / 产品 / 参评 / 藏品 / 测评 / 脆皮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532120"/>
            <a:ext cx="10561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641848"/>
            <a:ext cx="10241280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4155"/>
                </a:solidFill>
                <a:latin typeface="Microsoft YaHei"/>
              </a:defRPr>
            </a:pPr>
            <a:r>
              <a:t>重点不是候选更多，而是相同编码竞争下，系统能把更贴近语境的结果提到前面。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 演示二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用户停下来时，输入法还能继续帮助表达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无输入预测不是替用户写全文，而是在停顿时降低继续表达的成本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128016" cy="3383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929384"/>
            <a:ext cx="3017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技术语境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示例上下文：今晚继续优化输入法 DLL 的……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展示系统补出的短结果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强调它更像“继续表达”而不是“继续打字”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783080"/>
            <a:ext cx="128016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929384"/>
            <a:ext cx="3017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办公语境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示例上下文：先把发布说明和……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展示系统补出的短结果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说明输入法开始进入写作辅助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6136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46136" y="1783080"/>
            <a:ext cx="128016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929384"/>
            <a:ext cx="3017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学习语境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示例上下文：我打算先做几套……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展示系统补出的短结果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说明它能帮助用户继续组织内容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 系统方案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系统方案：生成、重排、预测三层协作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83464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029968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候选生成层</a:t>
            </a: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Rime / 万象</a:t>
            </a:r>
            <a:br/>
            <a:r>
              <a:t>负责拼音输入、词库、基础候选生成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514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920240"/>
            <a:ext cx="2834640" cy="1645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6824" y="2029968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候选重排层</a:t>
            </a: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Alpha</a:t>
            </a:r>
            <a:br/>
            <a:r>
              <a:t>结合最近上下文，对候选池做实时语义重排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514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920240"/>
            <a:ext cx="3749039" cy="16459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35824" y="2029968"/>
            <a:ext cx="347471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表达预测层</a:t>
            </a:r>
          </a:p>
          <a:p>
            <a:pPr>
              <a:defRPr sz="1100">
                <a:solidFill>
                  <a:srgbClr val="0F172A"/>
                </a:solidFill>
                <a:latin typeface="Microsoft YaHei"/>
              </a:defRPr>
            </a:pPr>
            <a:r>
              <a:t>LLM</a:t>
            </a:r>
            <a:br/>
            <a:r>
              <a:t>在无拼音场景下补出短词、短语或短句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51960"/>
            <a:ext cx="102412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61688"/>
            <a:ext cx="9921240" cy="521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这不是把 AI 硬接到输入法后面，而是形成了职责清晰、可以持续扩展的结构化方案。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用户每一次上屏行为，又会成为后续排序和预测的反馈信号。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05 核心创新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项目真正的创新，不在界面，而在交互范式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28016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1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从“拼音匹配”升级到“语义重排”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783080"/>
            <a:ext cx="128016" cy="1508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2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输入法被拆成“生成层 + 排序层 + 预测层”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18704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18704" y="1783080"/>
            <a:ext cx="128016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3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用户上屏行为不再只是结果，而是未来排序的反馈信号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3657600"/>
            <a:ext cx="3886200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0" y="3657600"/>
            <a:ext cx="128016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83664" y="3803904"/>
            <a:ext cx="3520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4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强调本地实时智能，而不是纯云端依赖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3886200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128016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3803904"/>
            <a:ext cx="3520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5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把输入法从“字符工具”推进到“表达协作系统”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06 价值与结尾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为什么这个项目值得继续做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333756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128016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929384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学习场景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真题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复习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知识点整理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83080"/>
            <a:ext cx="333756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5696" y="1783080"/>
            <a:ext cx="128016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9384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办公场景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变更日志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主持词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发布说明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2712" y="1783080"/>
            <a:ext cx="333756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82712" y="178308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929384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技术场景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重排延迟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缓存优化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YaHei"/>
              </a:defRPr>
            </a:pPr>
            <a:r>
              <a:t>调试表达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69080"/>
            <a:ext cx="1046988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78808"/>
            <a:ext cx="101498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Wisdom-Weasel 的目标不是单纯让用户“打字更快”，而是让用户“更顺畅、更低成本地完成表达”。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03520"/>
            <a:ext cx="104698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413248"/>
            <a:ext cx="1014984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4155"/>
                </a:solidFill>
                <a:latin typeface="Microsoft YaHei"/>
              </a:defRPr>
            </a:pPr>
            <a:r>
              <a:t>未来的输入法，不应该只是把拼音还原成汉字，而应该帮助人更顺畅地完成表达。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谢谢评委老师，欢迎提问。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